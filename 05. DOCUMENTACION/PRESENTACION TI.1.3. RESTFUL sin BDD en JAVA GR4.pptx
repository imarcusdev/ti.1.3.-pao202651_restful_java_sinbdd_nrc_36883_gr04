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330" r:id="rId2"/>
    <p:sldId id="331" r:id="rId3"/>
    <p:sldId id="332" r:id="rId4"/>
    <p:sldId id="337" r:id="rId5"/>
    <p:sldId id="338" r:id="rId6"/>
    <p:sldId id="339" r:id="rId7"/>
    <p:sldId id="340" r:id="rId8"/>
    <p:sldId id="341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342" r:id="rId40"/>
    <p:sldId id="343" r:id="rId41"/>
    <p:sldId id="344" r:id="rId42"/>
    <p:sldId id="382" r:id="rId43"/>
    <p:sldId id="383" r:id="rId44"/>
    <p:sldId id="384" r:id="rId45"/>
    <p:sldId id="385" r:id="rId46"/>
    <p:sldId id="386" r:id="rId47"/>
    <p:sldId id="345" r:id="rId48"/>
    <p:sldId id="346" r:id="rId49"/>
    <p:sldId id="347" r:id="rId50"/>
    <p:sldId id="375" r:id="rId51"/>
    <p:sldId id="376" r:id="rId52"/>
    <p:sldId id="377" r:id="rId53"/>
    <p:sldId id="378" r:id="rId54"/>
    <p:sldId id="379" r:id="rId55"/>
    <p:sldId id="380" r:id="rId56"/>
    <p:sldId id="381" r:id="rId57"/>
    <p:sldId id="348" r:id="rId58"/>
    <p:sldId id="349" r:id="rId59"/>
    <p:sldId id="350" r:id="rId60"/>
    <p:sldId id="368" r:id="rId61"/>
    <p:sldId id="369" r:id="rId62"/>
    <p:sldId id="370" r:id="rId63"/>
    <p:sldId id="371" r:id="rId64"/>
    <p:sldId id="372" r:id="rId65"/>
    <p:sldId id="373" r:id="rId66"/>
    <p:sldId id="374" r:id="rId67"/>
    <p:sldId id="351" r:id="rId68"/>
    <p:sldId id="352" r:id="rId69"/>
    <p:sldId id="353" r:id="rId70"/>
    <p:sldId id="359" r:id="rId71"/>
    <p:sldId id="360" r:id="rId72"/>
    <p:sldId id="361" r:id="rId73"/>
    <p:sldId id="362" r:id="rId74"/>
    <p:sldId id="363" r:id="rId75"/>
    <p:sldId id="364" r:id="rId76"/>
    <p:sldId id="365" r:id="rId77"/>
    <p:sldId id="366" r:id="rId78"/>
    <p:sldId id="367" r:id="rId79"/>
    <p:sldId id="354" r:id="rId80"/>
    <p:sldId id="357" r:id="rId81"/>
    <p:sldId id="358" r:id="rId82"/>
  </p:sldIdLst>
  <p:sldSz cx="12192000" cy="6858000"/>
  <p:notesSz cx="6858000" cy="9144000"/>
  <p:embeddedFontLst>
    <p:embeddedFont>
      <p:font typeface="Cambria" panose="02040503050406030204" pitchFamily="18" charset="0"/>
      <p:regular r:id="rId84"/>
      <p:bold r:id="rId85"/>
      <p:italic r:id="rId86"/>
      <p:boldItalic r:id="rId87"/>
    </p:embeddedFont>
    <p:embeddedFont>
      <p:font typeface="Gill Sans" panose="020B0604020202020204" charset="0"/>
      <p:regular r:id="rId88"/>
      <p:bold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>
                <a:solidFill>
                  <a:schemeClr val="lt1"/>
                </a:solidFill>
              </a:rPr>
              <a:t>MANUAL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CONVERSIÓN UNIDADES RESTFUL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7625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tabLst>
                <a:tab pos="1905000" algn="l"/>
              </a:tabLst>
            </a:pPr>
            <a:r>
              <a:rPr lang="es-EC" b="1">
                <a:solidFill>
                  <a:schemeClr val="lt1"/>
                </a:solidFill>
              </a:rPr>
              <a:t>INTEGRANTES:</a:t>
            </a:r>
            <a:r>
              <a:rPr lang="es-EC">
                <a:solidFill>
                  <a:schemeClr val="lt1"/>
                </a:solidFill>
              </a:rPr>
              <a:t>	ESCOBAR MARCOS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ÑATO CARLOS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SOSA DIEGO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78400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 [dd/mm/aaaa]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CAMPAÑA MAURICIO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NRC: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36883 – GR04</a:t>
            </a:r>
            <a:endParaRPr sz="160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03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DESARROLLO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OBJETIVO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SERVIDOR RESTFUL EN JAVA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CONSOLA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ESCRITORIO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WEB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MÓVIL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CONCLUSIONES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RECOMENDACIONES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endParaRPr sz="1700">
              <a:solidFill>
                <a:srgbClr val="FFFFFF"/>
              </a:solidFill>
              <a:latin typeface="Gill Sans" panose="020B0604020202020204" charset="0"/>
            </a:endParaRP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29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1.1	OBJETIVO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 general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Desarrollar un sistema de conversión de unidades basado en un servicio web RESTful en JAVA, sin base de datos, consumido por clientes de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Objetivos específicos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Implementar el servidor RESTful con autenticación por token y conversión de seis magnitudes.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Construir los cuatro clientes aplicando el patrón MVC.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127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	CREACIÓN DEL SERVIDOR RESTFUL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ES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Jakarta EE en Payara (JAX-RS) · http://localhost:8080/WS_CON_UNI_JAVA_RESTFUL/api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ES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1.2.1	Creación del proyecto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Crear un proyecto Java with Maven › Web Application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Nombrarlo WS_CON_UNI_JAVA_RESTFUL con el paquete ec.edu.monster.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Configurar Payara Server en el puerto 8080 y la ruta base /api (@ApplicationPath).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Agregar las dependencias: jakarta.jakartaee-api 11 (incluye JAX-RS y JSON-B).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B336A-1E54-6C95-97E9-4F5F22DD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577" y="4715163"/>
            <a:ext cx="3780423" cy="207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3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1.2.2	Estructura del proyecto (MVC)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Controladores: LoginController y ConverterController.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Modelos: DTO de respuesta, datos de conversión por magnitud y enumeraciones.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Servicios: TokenService genera y valida el token de sesión.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Endpoints REST (LoginEndpoint, CatalogEndpoint y ConverterEndpoint): exponen las operaciones al exterior.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848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1.2.3	Operaciones expuestas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1107AD-DF98-DB29-89C9-ED68409A3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239699"/>
              </p:ext>
            </p:extLst>
          </p:nvPr>
        </p:nvGraphicFramePr>
        <p:xfrm>
          <a:off x="584200" y="2680042"/>
          <a:ext cx="8585201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88">
                  <a:extLst>
                    <a:ext uri="{9D8B030D-6E8A-4147-A177-3AD203B41FA5}">
                      <a16:colId xmlns:a16="http://schemas.microsoft.com/office/drawing/2014/main" val="957322417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832051928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3054246638"/>
                    </a:ext>
                  </a:extLst>
                </a:gridCol>
                <a:gridCol w="3382049">
                  <a:extLst>
                    <a:ext uri="{9D8B030D-6E8A-4147-A177-3AD203B41FA5}">
                      <a16:colId xmlns:a16="http://schemas.microsoft.com/office/drawing/2014/main" val="11375981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Operación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Entrada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Salida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Descripción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14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usuario, clave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Valida las credenciales y entrega un token de sesión.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3604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Catálogo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lista de unidades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Devuelve las unidades disponibles de una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67585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Conversión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magnitud, valor, desde, hacia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resultado,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Convierte un valor entre dos unidades de la misma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5247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E7885D-5D43-F402-67BA-9EB2DBEDE22C}"/>
              </a:ext>
            </a:extLst>
          </p:cNvPr>
          <p:cNvSpPr txBox="1"/>
          <p:nvPr/>
        </p:nvSpPr>
        <p:spPr>
          <a:xfrm>
            <a:off x="584200" y="4417402"/>
            <a:ext cx="8585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Rutas en este proyecto:  login → POST /api/login  ·  catálogo → GET /api/catalog/{tipo}  ·  conversión → POST /api/converter</a:t>
            </a:r>
          </a:p>
        </p:txBody>
      </p:sp>
    </p:spTree>
    <p:extLst>
      <p:ext uri="{BB962C8B-B14F-4D97-AF65-F5344CB8AC3E}">
        <p14:creationId xmlns:p14="http://schemas.microsoft.com/office/powerpoint/2010/main" val="353697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1.2.4	Magnitudes y unidades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FE8225-1C58-B14F-7B29-211BF140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144598"/>
              </p:ext>
            </p:extLst>
          </p:nvPr>
        </p:nvGraphicFramePr>
        <p:xfrm>
          <a:off x="584200" y="2680042"/>
          <a:ext cx="85852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6300">
                  <a:extLst>
                    <a:ext uri="{9D8B030D-6E8A-4147-A177-3AD203B41FA5}">
                      <a16:colId xmlns:a16="http://schemas.microsoft.com/office/drawing/2014/main" val="3776530656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356184724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Unidades soportadas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2857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Longitud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 · cm · ft · yd · mi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5561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Masa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g · kg · oz · lb · qq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685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Volumen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mL · L · m3 · ft3 · gal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7629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Tiempo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l-PL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ms · s · min · h · d · w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215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Temperatura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t-BR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°C · °F · K · °N · °Ré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805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Área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cm2 · m2 · km2 · ha · ft2 · ac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63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14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1.2.5	Código clave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@Path, @POST y @Produces publican el recurso /api/converter, que recibe y devuelve JSON.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token viaja en el encabezado Authorization; si no es válido, el servidor responde 401.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00688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@Path("converter")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ConverterEndpoint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@POST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@Consumes(MediaType.APPLICATION_JSON)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@Produces(MediaType.APPLICATION_JSON)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@HeaderParam("Authorization")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ConvertDTO convert)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ConverterResponseDTO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EstadosEnum.ERROR, "Token Inválido",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Response.status(401).entity(dto).build();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... conversión y respuesta 200 en JSON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96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1.2.6	Código fuente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JakartaRestConfiguration.java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Configuración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CatalogEndpoint.java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Endpoint REST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87606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JakartaRestConfiguration.java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Configures Jakarta RESTful Web Services for the application.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Juneau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@ApplicationPath("api")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JakartaRestConfiguration extends Application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CatalogEndpoint.java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ec.edu.monster.api;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@Path("catalog")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CatalogEndpoint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String formatType(String text)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(text == null || text.isEmpty())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text;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Capitalize &amp; lowercase remain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text.substring(0, 1).toUpperCase() + text.substring(1).toLowerCase();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55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CatalogEndpoint.java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90789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@GET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@Path("{type}")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@Produces(MediaType.APPLICATION_JSON)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 getCatalog(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@PathParam("type") String type,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@HeaderParam("Authorization") String 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type = CatalogEndpoint.formatType(type);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CatalogResponseDTO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"Token Inválido",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Collections.emptySet()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Response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.status(dto.getEstado() == EstadosEnum.OK ? 200 : 401)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.entity(dto)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.type(MediaType.APPLICATION_JSON)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07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CatalogEndpoint.java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4061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"Obtención de Catálogo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ConverterController.getConverter(type).getUnits()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"Tipo de Catálogo Inexistente",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Collections.emptySet()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.status(dto.getEstado() == EstadosEnum.OK ? 200 : 401)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.entity(dto)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.type(MediaType.APPLICATION_JSON)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27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ConverterEndpoint.java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Endpoint REST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ec/edu/monster/api/ConverterEndpoint.java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04167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ec.edu.monster.api;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@Path("converter")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ConverterEndpoint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@POST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@Consumes(MediaType.APPLICATION_JSON)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@Produces(MediaType.APPLICATION_JSON)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@HeaderParam("Authorization")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ConvertDTO convert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type = convert.getType();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 = convert.getValue();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from = convert.getFrom();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 = convert.getTo();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ConverterResponseDTO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ConverterResponseDTO(EstadosEnum.ERROR, "Token Inválido", 0);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40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ConverterEndpoint.java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9662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Response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.status(dto.getEstado() == EstadosEnum.OK ? 200 : 401)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.entity(dto)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.type(MediaType.APPLICATION_JSON)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"Conversión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ConverterController.convert(type, value, from,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"No se pudo hacer la conversión",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0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.status(dto.getEstado() == EstadosEnum.OK ? 200 : 401)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.entity(dto)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.type(MediaType.APPLICATION_JSON)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014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LoginEndpoint.java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Endpoint REST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ec/edu/monster/api/LoginEndpoint.java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537131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ec.edu.monster.api;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@Path("login")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LoginEndpoint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@POST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@Consumes(MediaType.APPLICATION_JSON)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@Produces(MediaType.APPLICATION_JSON)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 loginUser(UserDTO login)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username = login.getUsername();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password = login.getPassword();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LoginResponseDTO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String token = LoginController.login(username, password);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383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LoginEndpoint.java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33353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LoginEndpoint.java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dto = new LoginResponseDTO(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"Ingreso de Sesión Exitoso!",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dto = new LoginResponseDTO(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"Credenciales Incorrectas",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.status(dto.getEstado() == EstadosEnum.OK ? 200 : 401)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.entity(dto)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.type(MediaType.APPLICATION_JSON)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ConverterController.java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ConverterController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DataConverter getConverter(String type) throws Exception {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96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04084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(type)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"Area":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AreaModel();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"Longitud":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LongitudModel();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"Masa":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MasaPesoModel();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"Temperatura":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TemperaturaModel();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"Tiempo":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TiempoModel();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"Volumen":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VolumenModel();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throw new Exception("Type Converter not found!");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double convert(String type, double value, String from, String to)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DataConverter converter = ConverterController.getConverter(type);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converter.convert(value, from, 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081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ec/edu/monster/controlador/LoginController.java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783022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LoginController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login(String username, String password)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LoginRepository repository = new LoginImplRepository();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repository.validateCredentials(username,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validateUser(String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TokenService.validateToken(token);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358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TokenService.java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ec/edu/monster/servicios/TokenService.java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319053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ec.edu.monster.servicios;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TokenService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final Set&lt;String&gt; tokensActivos = new HashSet&lt;&gt;();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generateToken()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token = UUID.randomUUID().toString();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tokensActivos.add(token);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validateToken(String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tokensActivos.contains(token);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887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CatalogResponseDTO.java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ec/edu/monster/modelos/dto/CatalogResponseDTO.java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88003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CatalogResponseDTO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Set&lt;String&gt; resultado;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CatalogResponseDTO(EstadosEnum estado, String mensaje, Set&lt;String&gt;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setResultado(Set&lt;String&gt;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Set&lt;String&gt; getResultado()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254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ConvertDTO.java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ec/edu/monster/modelos/dto/ConvertDTO.java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36788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type;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double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from;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ConvertDTO()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ConvertDTO(String type, 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this.type = type;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this.value =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this.from = from;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 = 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getType()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type;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setType(String type)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this.type = type;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254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ConvertDTO.java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1339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getValue()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setValue(double value)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this.value =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getFrom()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from;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setFrom(String from)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this.from = from;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getTo()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setTo(String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 = 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290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ConverterResponseDTO.java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ec/edu/monster/modelos/dto/ConverterResponseDTO.java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16737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ConverterResponseDTO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double resultado;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ConverterResponseDTO(EstadosEnum estado, String mensaje, double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setResultado(double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getResultado()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697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LoginResponseDTO.java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ec/edu/monster/modelos/dto/LoginResponseDTO.java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040863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LoginResponseDTO extends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token;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LoginResponseDTO(EstadosEnum estado, String mensaje, 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super(estado, mensaje);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this.token =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setToken(String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this.token =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getToken()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556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ResponseDTO.java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ec/edu/monster/modelos/dto/ResponseDTO.java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63488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ResponseDTO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EstadosEnum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mensaje;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ResponseDTO(EstadosEnum estado, 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this.estado =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this.mensaje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setEstado(EstadosEnum estado)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this.estado =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EstadosEnum getEstado()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setMensaje(String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this.mensaje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499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ResponseDTO.java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UserDTO.java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46724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ResponseDTO.java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getMensaje()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UserDTO.java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UserDTO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password;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UserDTO() {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UserDTO(String username, String password)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this.username =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this.password = password;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getUsername()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018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UserDTO.java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EstadosEnum.java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Enumeración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1491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UserDTO.java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setUsername(String username)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this.username =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getPassword()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password;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setPassword(String password)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this.password = password;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EstadosEnum.java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ec.edu.monster.modelos.enums;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enum EstadosEnum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ERROR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63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DataConverter.java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ec/edu/monster/modelos/interfaces/DataConverter.java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33119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ec.edu.monster.modelos.interfaces;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interface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abstract Map&lt;String, Double&gt; 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default double convert(double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map = this.toMap();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(!map.containsKey(from) || !map.containsKey(to))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valueFrom = map.get(from);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valueTo = map.get(to);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value * valueFrom / valueTo;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default Set&lt;String&gt; getUnits()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this.toMap().keySet();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327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LoginRepository.java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415292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LoginRepository.java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ec.edu.monster.modelos.interfaces;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interface LoginRepository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abstract String validateCredentials(String username, String password) throws Exception;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LoginImplRepository.java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ec.edu.monster.modelos.repositorios;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LoginImplRepository implements LoginRepository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HashMap&lt;String, String&gt; users;  // HashMap&lt;username, password&gt;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LoginImplRepository()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 = new HashMap&lt;String, String&gt;();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639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17394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Credentials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this.users.put("user", "1234");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this.users.put("monster", "monster9");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this.users.put("marcos", "mamita");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this.users.put("carlos", "carlos9");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this.users.put("msosa", "msosa");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validateCredentials(String username, String password) throws 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No DB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localUsername =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localPassword = this.users.get(localUsername);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(!localUsername.equals(username) || !localPassword.equals(password))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throw new Exception("Invalid User");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TokenService.generateToken();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866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AreaModel.java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ec/edu/monster/modelos/data/AreaModel.java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3094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AreaModel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squareCentimeter = 0.0001;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squareKilometer = 1000000;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hectare = 10000;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squareFeet = 0.092903;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acre = 4046.86;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data.put("cm2", this.squareCentimeter);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data.put("m2", this.squareMeter);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data.put("km2", this.squareKilometer);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data.put("ha", this.hectare);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data.put("ft2", this.squareFeet);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data.put("ac", this.acre);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25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ec/edu/monster/modelos/data/LongitudModel.java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88343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LongitudModel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kilometer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hectometer = 100;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decameter = 10;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final double decimeter = 0.1;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centimeter = 0.01;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//private final double millimeter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feet = 0.3048;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yard = 0.9144;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mile = 1609.344;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Map&lt;String, Double&gt; data = new HashMap&lt;&gt;();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380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30464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data.put("km", this.kilometer);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data.put("hm", this.hectometer);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data.put("Dm", this.decameter);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data.put("m", this.meter);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data.put("dm", this.decimeter);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data.put("cm", this.centimeter);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// data.put("mm", this.millimeter);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data.put("ft", this.feet);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data.put("yd", this.yard);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data.put("mi", this.mile);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32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MasaPesoModel.java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ec/edu/monster/modelos/data/MasaPesoModel.java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22847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MasaPesoModel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gram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kilogram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ounce = 0.0283495;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pound = 0.453592;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quintal = 100;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data.put("g", this.gram);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data.put("kg", this.kilogram);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data.put("oz", this.ounce);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data.put("lb", this.pound);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data.put("qq", this.quintal);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88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ec/edu/monster/modelos/data/TemperaturaModel.java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78495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TemperaturaModel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data.put("°C",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data.put("°F",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data.put("K",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data.put("°N", 1.0);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data.put("°Ré", 1.0);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convert(double value, String from, String 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(!toMap().containsKey(from) || !toMap().containsKey(to))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Celsius First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celsius;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710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372576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(from)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(value - 32) * 5.0 / 9.0;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- 273.15;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* 100.0 / 33.0;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celsius = value * 5.0 / 4.0;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0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325639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switch (to)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9.0 / 5.0 + 32;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+ 273.15;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33.0 / 100.0;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celsius * 4.0 / 5.0;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553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TiempoModel.java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ec/edu/monster/modelos/data/TiempoModel.java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037626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TiempoModel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millisecond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second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minute =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hour = 60 *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day = 60 * 60 * 24;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week = 60 * 60 * 24 * 7;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data.put("ms" , this.millisecond);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data.put("s" , this.second);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data.put("min" , this.minute);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data.put("h" , this.hour);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data.put("d" , this.day);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data.put("w" , this.week);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712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VolumenModel.java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ec/edu/monster/modelos/data/VolumenModel.java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D22C27-7B80-25B5-EBD6-89CF6B78D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409222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8208007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ec.edu.monster.modelos.data;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VolumenModel implements DataConverter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milliliter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liter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cubicMeter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cubicFeet = 28.3168;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final double galon = 3.78541;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Map&lt;String, Double&gt; toMap()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Map&lt;String, Double&gt; data = new HashMap&lt;&gt;();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data.put("mL", this.milliliter);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data.put("L", this.liter);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data.put("m3", this.cubicMeter);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data.put("ft3", this.cubicFeet);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data.put("gal", this.galon);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36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977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1.2.7	Ejecución del servidor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Ejecutar el servidor desde NetBeans 31 (Run) sobre Payara Server.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Comprobar el endpoint en http://localhost:8080/WS_CON_UNI_JAVA_RESTFUL/api/login (POST con JSON).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Usuario de prueba: user / 1234.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3650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	CREACIÓN DEL PROYECTO – CLIENTE CONSOLA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Java 21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CONSOLE_CON_UNI_JAVA_RESTful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menú en la terminal.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1448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 java.net.http.HttpClient (incluido en Java 21) para llamar a la API sin librerías extra.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token va en el encabezado Authorization y la respuesta JSON se lee con org.json.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87560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RESTfulClient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baseUrl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"http://localhost:8080/WS_CON_UNI_JAVA_RESTFUL/api/";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HttpClient http = HttpClient.newHttpClient();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get(String endpoint, String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.header("Authorization",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.GET()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http.send(request,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HttpResponse.BodyHandlers.ofString()).body();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01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pt-BR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ec/edu/monster/modelos/http/RESTfulClient.java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05087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RESTfulClient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baseUrl = "http://localhost:8080/WS_CON_UNI_JAVA_RESTFUL/api/";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HttpClient 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RESTfulClient()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this.http = HttpClient.newHttpClient();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get(EndpointsEnum endpoint)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.GET()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HttpResponse&lt;String&gt; response = http.send(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HttpResponse.BodyHandlers.ofString()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60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620167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get(EndpointsEnum endpoint, String token)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.header("Authorization",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.GET()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HttpResponse&lt;String&gt; response = http.send(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HttpResponse.BodyHandlers.ofString()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get(String endpoint, String token)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.header("Authorization",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.GET()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HttpResponse&lt;String&gt; response = http.send(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HttpResponse.BodyHandlers.ofString()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003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559305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post(EndpointsEnum endpoint, String json, String token)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.header("Content-Type",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.header("Authorization",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.POST(HttpRequest.BodyPublishers.ofString(json))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HttpResponse&lt;String&gt; response = http.send(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HttpResponse.BodyHandlers.ofString()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post(EndpointsEnum endpoint, String json) throws IOException,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HttpRequest request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.uri(URI.create(baseUrl + endpoint))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.header("Content-Type",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.POST(HttpRequest.BodyPublishers.ofString(json))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061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608682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RESTfulClient.java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HttpResponse&lt;String&gt; response = http.send(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HttpResponse.BodyHandlers.ofString()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LoginView.java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@author Mateo Sosa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LoginView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boolean userHasLogin() throws InterruptedException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LoginController ctrl = new LoginController();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Scanner scanner = new Scanner(System.in);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password;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Username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MessagesUtils.printMessage("Username: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username = scanner.nextLine();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06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9E1D6D-5677-8FCA-6B3C-F20D8014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335894"/>
              </p:ext>
            </p:extLst>
          </p:nvPr>
        </p:nvGraphicFramePr>
        <p:xfrm>
          <a:off x="3327400" y="2032000"/>
          <a:ext cx="5651500" cy="30530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1618905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Password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MessagesUtils.printMessage("Password: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password = scanner.nextLine();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ResponseDTO res = ctrl.login(username,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MessagesUtils.printMessage(res.getMensaje());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TimeUnit.SECONDS.sleep(3);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res.getEstado() == EstadosEnum.OK;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5211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486B2-E973-5E80-88E0-7B643F7E886C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815DC167-1E73-EAEC-2212-9594F81AE8E1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5DCE-C02F-728D-9816-E512FF59C860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9B0612A2-461D-797F-4BEB-EF5D7AC6F534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D1F09-A679-448D-0780-7FE240960946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EC2BE21A-59BD-8C39-252B-C169EB7AF608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7DC3DF-F30B-D050-167F-AADDF48A8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74" y="3079484"/>
            <a:ext cx="1926055" cy="3201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572CDA-91C4-6F37-0128-1F6B96900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102" y="3079484"/>
            <a:ext cx="2305050" cy="3228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3C3F2-5504-750C-FBC1-B21C63525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3031048"/>
            <a:ext cx="2283026" cy="32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94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	CREACIÓN DEL PROYECTO – CLIENTE ESCRITORIO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Java Swing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ESC_CON_UNI_JAVA_RESTful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ventanas de login y principal.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0855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Arma las peticiones POST con cuerpo JSON y agrega el token en Authorization cuando hay sesión.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Tiene tiempos de espera de 5 s (conexión) y 15 s (petición) para no bloquear la ventana.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439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String post(EndpointsEnum endpoint, String json,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enviar(constructor(endpoint.toString(),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.header("Content-Type",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.POST(HttpRequest.BodyPublishers.ofString(json))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.build());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private HttpRequest.Builder constructor(String recurso,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HttpRequest.Builder constructor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.uri(URI.create(urlBase + recurso))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.timeout(REQUEST_TIMEOUT)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.header("Accept",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(token !=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constructor.header("Authorization",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constructor;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669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pt-BR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ec/edu/monster/modelo/http/RESTfulClient.java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5157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ec.edu.monster.modelo.http;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Minimal HTTP transport for the RESTful server. The session token travels in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the {@code Authorization} header; it is omitted when the token is null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(login). The body is returned as text whatever the status code, because the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server reports its errors inside a JSON body.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RESTfulClient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static final String URL_BASE = "http://localhost:8080/WS_CON_UNI_JAVA_RESTFUL/api/";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Duration CONNECT_TIMEOUT = Duration.ofSeconds(5);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Duration REQUEST_TIMEOUT = Duration.ofSeconds(15);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String urlBase;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HttpClient 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RESTfulClient()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this(URL_BASE);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RESTfulClient(String urlBase)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this.urlBase = urlBase.endsWith("/") ? urlBase : urlBase + "/";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The server is shared by several clients and may stall: fail instead of waiting forever.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this.http = HttpClient.newBuilder().connectTimeout(CONNECT_TIMEOUT).build();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6523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87540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get(String recurso,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enviar(constructor(recurso, token).GET().build());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post(EndpointsEnum endpoint, String json,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enviar(constructor(endpoint.toString(),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.header("Content-Type",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.POST(HttpRequest.BodyPublishers.ofString(json))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.build());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HttpRequest.Builder constructor(String recurso, 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HttpRequest.Builder constructor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.uri(URI.create(urlBase + recurso))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.timeout(REQUEST_TIMEOUT)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.header("Accept",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(token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constructor.header("Authorization",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constructor;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1964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(1/5)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58793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RESTfulClient.java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String enviar(HttpRequest solicitud)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http.send(solicitud, HttpResponse.BodyHandlers.ofString()).body();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(InterruptedException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Thread.currentThread().interrupt();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InterruptedIOException("Solicitud interrumpida");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LoginFrame.java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Login window. Navigation to the main window is delegated to the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{@code alAbrirMenu} callback supplied by the composition root.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LoginFrame extends JFrame implements LoginVista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Runnable alAbrirMenu;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JTextField campoUsuario = Estilos.entrada(new JTextField());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JPasswordField campoClave = Estilos.entrada(new JPasswordField());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JButton botonIngresar = Estilos.botonPrimario("Ingresar");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Runnable accionIngresar = () -&gt; {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Snapshots taken on the EDT so the controller can read them from a worker thread.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volatile String usuarioActual;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volatile String claveActual;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5194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(2/5)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9070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LoginFrame(Runnable alAbrirMenu)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super(Estilos.TITULO_VENTANA);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this.alAbrirMenu = alAbrirMenu;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setDefaultCloseOperation(WindowConstants.EXIT_ON_CLOSE);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setSize(640, 480);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setLocationRelativeTo(null);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setContentPane(construirContenido());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JMenu archivo = Estilos.menu("Archivo");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archivo.add(Estilos.opcion("Salir",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() -&gt; dispatchEvent(new WindowEvent(this, WindowEvent.WINDOW_CLOSING))));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setJMenuBar(Estilos.barraMenu(archivo, Estilos.menuAyuda(this)));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getRootPane().setDefaultButton(botonIngresar);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botonIngresar.addActionListener(e -&gt; ingresar());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JPanel construirContenido()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formulario = new JPanel(new GridBagLayout());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formulario.setOpaque(false);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GridBagConstraints c = new GridBagConstraints();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c.gridx =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c.fill = GridBagConstraints.HORIZONTAL;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c.weightx = 1;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318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(3/5)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9820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formulario.add(Estilos.titulo("Iniciar sesión"),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8,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formulario.add(Estilos.etiqueta("Usuario"),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formulario.add(campoUsuario,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8,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formulario.add(Estilos.etiqueta("Contraseña"), 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22,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formulario.add(campoClave, c);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filaBoton = new JPanel(new FlowLayout(FlowLayout.RIGHT, 0, 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filaBoton.setOpaque(false);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botonIngresar.setPreferredSize(new Dimension(126, 40));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filaBoton.add(botonIngresar);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c.insets = new Insets(0, 0, 0, 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formulario.add(filaBoton, c);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estado = Estilos.estadoServicio("Servicio disponible");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estado.setBorder(BorderFactory.createEmptyBorder(0, 50, 18, 50));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9116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(4/5)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9328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raiz = new JPanel(new BorderLayout());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raiz.setBackground(Estilos.FONDO);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raiz.setBorder(BorderFactory.createEmptyBorder(36, 50, 0, 50));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raiz.add(formulario, BorderLayout.NORTH);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JPanel contenedor = new JPanel(new BorderLayout());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contenedor.setBackground(Estilos.FONDO);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contenedor.add(raiz, BorderLayout.CENTER);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contenedor.add(estado, BorderLayout.SOUTH);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contenedor;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ingresar()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usuarioActual = campoUsuario.getText();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claveActual = new String(campoClave.getPassword());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Estilos.enSegundoPlano(accionIngresar, this::mostrarError, botonIngresar);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getUsuario()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usuarioActual;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getClave()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claveActual;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7236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LoginFrame.java  (5/5)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C39D4-1378-38B5-2F2C-CE556727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9852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9806305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mostrarError(String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Estilos.enEdt(() -&gt; JOptionPane.showOptionDialog(this, mensaje, Estilos.TITULO_VENTANA,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JOptionPane.DEFAULT_OPTION, JOptionPane.ERROR_MESSAGE, null,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new Object[] {"Aceptar"}, "Aceptar"));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abrirMenu()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Estilos.enEdt(()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claveActual = null;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alAbrirMenu.run();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dispose();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void alIngresar(Runnable accion)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this.accionIngresar = accion;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9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3784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8E7D8-C68D-A945-5617-A3CC747592FD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76F8B970-EF19-9672-A348-A24FA8BBF294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9286B-A82C-4265-BB9E-477E92DDDEE7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62907B29-DE90-7481-4594-EB4E369BAA8C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3AEE9-AE51-67CF-864D-D573C4DD896D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6DF27886-CF52-DCAF-E384-B8F353B008EE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6447EB-0A2E-5B13-6DAF-FE6854EF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5" y="3819383"/>
            <a:ext cx="2628390" cy="1570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66A204-C93C-6A03-E293-B73E77F63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0" y="3663410"/>
            <a:ext cx="2474280" cy="2033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EA1979-2291-4E13-7EF8-AA3EBB313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98" y="3819383"/>
            <a:ext cx="2481407" cy="16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176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	CREACIÓN DEL PROYECTO – CLIENTE WEB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JSP / Servlets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WEB_CON_UNI_JAVA_RESTful creado en NetBeans 31.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páginas de login, menú,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4035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servlet recibe el formulario de login y llama a la API REST mediante ConversorServicio y RESTfulClient.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Guarda la sesión en una HttpSession nueva; si falla, vuelve a mostrar el login con el mensaje de error.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66401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protected void doPost(HttpServletRequest request,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usuario = request.getParameter("usuario");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clave = request.getParameter("clave");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ConversorServicio servicio = FabricaServicios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.de(getServletContext()).crearServicio(sesion);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servicio.iniciarSesion(usuario.trim(),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SesionUsuario.guardar(nuevaSesion(request), sesion, servicio);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response.sendRedirect(request.getContextPath() + "/menu");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 catch (ServicioException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mostrar(request, response, usuario, e.getMessage());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31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pt-BR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ec/edu/monster/modelo/http/RESTfulClient.java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14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ec.edu.monster.modelo.http;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Minimal HTTP transport for the RESTful server. The session token travels in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the {@code Authorization} header; it is omitted when the token is null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(login). The body is returned as text whatever the status code, because the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server reports its errors inside a JSON body.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RESTfulClient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static final String URL_BASE = "http://localhost:8080/WS_CON_UNI_JAVA_RESTFUL/api/";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Duration CONNECT_TIMEOUT = Duration.ofSeconds(5);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Duration REQUEST_TIMEOUT = Duration.ofSeconds(15);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String urlBase;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HttpClient http;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RESTfulClient()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this(URL_BASE);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RESTfulClient(String urlBase)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this.urlBase = urlBase.endsWith("/") ? urlBase : urlBase + "/";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The server is shared by several clients and may stall: fail instead of waiting forever.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this.http = HttpClient.newBuilder().connectTimeout(CONNECT_TIMEOUT).build();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90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2100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get(String recurso,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enviar(constructor(recurso, token).GET().build());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post(EndpointsEnum endpoint, String json,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enviar(constructor(endpoint.toString(),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.header("Content-Type", "application/json")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.POST(HttpRequest.BodyPublishers.ofString(json))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.build());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HttpRequest.Builder constructor(String recurso, String token)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HttpRequest.Builder constructor = HttpRequest.newBuilder()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.uri(URI.create(urlBase + recurso))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.timeout(REQUEST_TIMEOUT)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.header("Accept",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(token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constructor.header("Authorization",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constructor;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795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RESTfulClient.java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1044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RESTfulClient.java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String enviar(HttpRequest solicitud)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http.send(solicitud, HttpResponse.BodyHandlers.ofString()).body();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(InterruptedException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Thread.currentThread().interrupt();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 new InterruptedIOException("Solicitud interrumpida");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LoginServlet.java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ec.edu.monster.controlador;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/**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Login page: validates the input, asks the model to log in and, on success,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 stores the user's own service in a fresh HttpSession.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*/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@WebServlet("/login")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LoginServlet extends HttpServlet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CREDENCIALES_VACIAS = "Ingrese usuario y contraseña";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final String VISTA = "/ec/edu/monster/vista/login.jsp";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7732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3847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doGet(HttpServletRequest request,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(SesionUsuario.activa(request))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response.sendRedirect(request.getContextPath() + "/menu");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mostrar(request, response, null,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doPost(HttpServletRequest request, HttpServletResponse response)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usuario = request.getParameter("usuario");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clave = request.getParameter("clave");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(estaVacio(usuario) || estaVacio(clave))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mostrar(request, response, usuario, CREDENCIALES_VACIAS);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Sesion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ConversorServicio servicio = FabricaServicios.de(getServletContext()).crearServicio(sesion);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servicio.iniciarSesion(usuario.trim(),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HttpSession httpSesion = nuevaSesion(request);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SesionUsuario.guardar(httpSesion, sesion, servicio);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response.sendRedirect(request.getContextPath() + "/menu");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(ServicioException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mostrar(request, response, usuario, e.getMessage());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1258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LoginServlet.java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19509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// Discards any previous session so its id and state are never reused (session fixation).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HttpSession nuevaSesion(HttpServletRequest request)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HttpSession anterior = request.getSession(false);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(anterior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anterior.invalidate();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 catch (IllegalStateException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// Already invalidated.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request.getSession(true);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mostrar(HttpServletRequest request, HttpServletResponse response, String usuario, String error)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throws ServletException,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The password is never sent back to the page.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request.setAttribute("usuario", usuario == null ? "" : usuario);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request.setAttribute("error", error);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request.setAttribute("servicioDisponible", FabricaServicios.de(getServletContext()).disponible());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request.getRequestDispatcher(VISTA).forward(request, response);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boolean estaVacio(String texto)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texto == null || texto.isBlank();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077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login.jsp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ec/edu/monster/vista/login.jsp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16869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page contentType="text/html; charset=UTF-8" pageEncoding="UTF-8"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taglib prefix="c" uri="jakarta.tags.core"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&lt;!DOCTYPE html&gt;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&lt;html lang="es"&gt;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&lt;head&gt;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&lt;meta charset="UTF-8"&gt;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&lt;meta name="viewport" content="width=device-width, initial-scale=1"&gt;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&lt;title&gt;Iniciar sesión - Conversión de Unidades Monster&lt;/title&gt;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&lt;link rel="stylesheet" href="${pageContext.request.contextPath}/css/estilos.css"&gt;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&lt;/head&gt;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&lt;body&gt;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&lt;%@ include file="/ec/edu/monster/vista/fragmentos/cabecera.jspf" %&gt;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&lt;main class="contenido-centrado"&gt;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&lt;section class="tarjeta tarjeta-login"&gt;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&lt;h1&gt;Iniciar sesión&lt;/h1&gt;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method="post" action="${pageContext.request.contextPath}/login" novalidate&gt;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for="usuario"&gt;Usuario&lt;/label&gt;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type="text" id="usuario" name="usuario" value="&lt;c:out value='${usuario}'/&gt;"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autocomplete="username" autofocus&gt;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for="clave"&gt;Contraseña&lt;/label&gt;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type="password" id="clave" name="clave" autocomplete="current-password"&gt;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class="boton"&gt;Ingresar&lt;/button&gt;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&lt;/section&gt;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&lt;/main&gt;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&lt;c:if test="${not empty error}"&gt;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&lt;dialog id="dialogo-error" class="dialogo" open&gt;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&lt;h2&gt;Error de autenticación&lt;/h2&gt;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&lt;p&gt;&lt;c:out value="${error}"/&gt;&lt;/p&gt;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method="dialog"&gt;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455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login.jsp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2D55E-603B-16FF-E63E-78C0F296D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2741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58706526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class="boton"&gt;Aceptar&lt;/button&gt;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&lt;/dialog&gt;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Reopen as a modal dialog so the page behind is dimmed, as in the mockup.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(function 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var dialogo = document.getElementById('dialogo-error');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(dialogo &amp;&amp; dialogo.showModal)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dialogo.showModal();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&lt;/c:if&gt;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&lt;/body&gt;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&lt;/html&gt;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99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7053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D8C91-D654-C9D5-DE09-FFE8E9EAC69A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8D68B877-F18F-DFD2-DBB7-67890B97FF96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5C655-7B70-4FF9-C16C-9A3991158449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7E9C0C39-FE4E-C355-CD77-47B281AED3FF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BFD52-3A43-1A8A-F2B2-244616619E6E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E5C63477-D2AE-F231-ACFF-DD24906AD2F6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6D1CDF-32D5-DB11-93D6-96424A7A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63" y="3737810"/>
            <a:ext cx="2264278" cy="1507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CAE469-F9F0-918F-F085-80F737CD7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661" y="3737810"/>
            <a:ext cx="2444082" cy="1652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7340D0-34D6-9880-D367-85ADF1DC9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3744815"/>
            <a:ext cx="2548302" cy="164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85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	CREACIÓN DEL PROYECTO – CLIENTE MÓVIL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Android (Java)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MOV_CON_UNI_JAVA_RESTFUL creado en NetBeans 31 (Java with Gradle).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pantallas de login,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9845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Un solo método envía GET y POST con HttpURLConnection, disponible en Android sin librerías extra.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Lee el cuerpo también en errores (400, 401) para mostrar el mensaje que devuelve el servidor.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75638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private RespuestaHttp enviar(String metodo, String ruta,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json,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HttpURLConnection conexion = (HttpURLConnection)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new URL(urlBase + ruta).openConnection();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conexion.setRequestMethod(metodo);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conexion.setRequestProperty("Accept",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(token !=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conexion.setRequestProperty("Authorization",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(json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conexion.setDoOutput(true);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conexion.setRequestProperty("Content-Type",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"application/json; charset=utf-8");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 (OutputStream salida = conexion.getOutputStream())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salida.write(json.getBytes(StandardCharsets.UTF_8));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int codigo = conexion.getResponseCode();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InputStream flujo = codigo &gt;= 400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? conexion.getErrorStream() : conexion.getInputStream();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new RespuestaHttp(codigo,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conexion.getResponseMessage(), leer(flujo));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1234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ClienteRest.java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ec/edu/monster/servicios/ClienteRest.java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059616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ec.edu.monster.servicios;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ClienteRest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String urlBase;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int tiempoEsperaMs;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ClienteRest(String urlBase)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this(urlBase, RestConfig.TIEMPO_ESPERA_MS);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ClienteRest(String urlBase, int tiempoEsperaMs)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this.urlBase = urlBase.endsWith("/") ? urlBase : urlBase + "/";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this.tiempoEsperaMs = tiempoEsperaMs;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String getUrlBase()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urlBase;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RespuestaHttp get(String ruta,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enviar("GET", ruta, null,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RespuestaHttp postJson(String ruta, String json,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enviar("POST", ruta, json,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928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ClienteRest.java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500141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RespuestaHttp enviar(String metodo, String ruta, String json, String token)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HttpURLConnection conexion = null;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 = (HttpURLConnection) new URL(urlBase + ruta).openConnection();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conexion.setRequestMethod(metodo);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conexion.setConnectTimeout(tiempoEsperaMs);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conexion.setReadTimeout(tiempoEsperaMs);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conexion.setUseCaches(false);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conexion.setRequestProperty("Accept",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(token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conexion.setRequestProperty("Authorization",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(json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conexion.setDoOutput(true);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conexion.setRequestProperty("Content-Type", "application/json; charset=utf-8");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try (OutputStream salida = conexion.getOutputStream())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salida.write(json.getBytes(StandardCharsets.UTF_8));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8877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ClienteRest.java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842319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int codigo = conexion.getResponseCode();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InputStream flujo = codigo &gt;= 400 ? conexion.getErrorStream() : conexion.getInputStream();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String cuerpo = flujo != null ? leer(flujo) : "";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new RespuestaHttp(codigo, conexion.getResponseMessage(), cuerpo);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finally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(conexion !=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conexion.disconnect();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String leer(InputStream flujo) throws IOException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(InputStream entrada = flujo; ByteArrayOutputStream buffer = new ByteArrayOutputStream())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byte[] bloque = new byte[4096];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int leidos;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while ((leidos = entrada.read(bloque)) != -1)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buffer.write(bloque, 0, leidos);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buffer.toString(StandardCharsets.UTF_8.name());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499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LoginRestRepositorio.java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ec/edu/monster/modelos/repositorios/LoginRestRepositorio.java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84978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ec.edu.monster.modelos.repositorios;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LoginRestRepositorio implements LoginRepositorio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ClienteRest cliente;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final VerificadorRed red;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LoginRestRepositorio(ClienteRest cliente, VerificadorRed red)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this.cliente = cliente;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this.red = red;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LoginResultado iniciarSesion(String usuario, String clave)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(red.sinRed())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LoginResultado.error(RestErrores.SIN_CONEXION);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try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String json = new LoginRequestDTO(usuario, clave).aJson();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RespuestaHttp respuesta = cliente.postJson("login", json, null);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LoginResponseDTO dto = RestErrores.leerDto(respuesta, LoginResponseDTO::desdeJson);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(dto == null)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LoginResultado.error(RestErrores.mensajeSinDto(respuesta));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0638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LoginRestRepositorio.java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(1/5)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21387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LoginRestRepositorio.java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(dto.getEstado() != EstadosEnum.OK)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RestErrores.mensajeServidor(dto.getMensaje(), "Usuario o contraseña incorrectos"));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String token = dto.getToken();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(token == null || token.trim().isEmpty())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LoginResultado.error(RestErrores.RESPUESTA_INCOMPLETA);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new LoginResultado(true, dto.getMensaje() != null ? dto.getMensaje() : "",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catch (Exception 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LoginResultado.error(RestErrores.mensaje(e));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LoginActivity.java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package ec.edu.monster.vista;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LoginActivity extends AppCompatActivity 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LoginControlador controlador;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EjecutorTareas tareas;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7627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(2/5)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96526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EditText txtUsuario;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EditText txtClave;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MaterialButton btnIngresar;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CircularProgressIndicator prgCargando;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TextView lblError;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@Override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protected void onCreate(Bundle savedInstanceState)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super.onCreate(savedInstanceState);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EdgeToEdge.enable(this,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SystemBarStyle.dark(Color.TRANSPARENT),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SystemBarStyle.light(Color.TRANSPARENT, Color.TRANSPARENT));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setContentView(R.layout.activity_login);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AplicacionMonster app = AplicacionMonster.de(this);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controlador = app.crearLoginControlador();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tareas = app.getTareas();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 = findViewById(R.id.txtUsuario);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 = findViewById(R.id.txtClave);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 = findViewById(R.id.btnIngresar);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prgCargando = findViewById(R.id.prgCargando);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 = findViewById(R.id.lblError);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txtUsuario.setFilters(new InputFilter[] { new InputFilter.LengthFilter(LoginControlador.MAX_USUARIO)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txtClave.setFilters(new InputFilter[] { new InputFilter.LengthFilter(LoginControlador.MAX_CLAVE) });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021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(3/5)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88455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txtUsuario.setOnEditorActionListener((v, accion, evento)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(accion == EditorInfo.IME_ACTION_NEXT || esEnter(evento))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txtClave.requestFocus();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true;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txtClave.setOnEditorActionListener((v, accion, evento)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(accion == EditorInfo.IME_ACTION_GO || esEnter(evento))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alIngresar();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return true;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btnIngresar.setOnClickListener(v -&gt; alIngresar());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AjusteBordes.barraSuperior(findViewById(R.id.barraSuperior));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AjusteBordes.contenidoInferior(findViewById(R.id.contenido));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static boolean esEnter(KeyEvent evento)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evento != null &amp;&amp; evento.getKeyCode() == KeyEvent.KEYCODE_ENTER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&amp;&amp; evento.getAction() == KeyEvent.ACTION_DOWN;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alIngresar()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(!btnIngresar.isEnabled())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7925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(4/5)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562002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usuario = txtUsuario.getText().toString();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String clave = txtClave.getText().toString();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mostrarCargando(true);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lblError.setVisibility(View.GONE);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tareas.ejecutar(() -&gt; controlador.iniciarSesion(usuario, clave),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this::alTerminarLogin,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error -&gt;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if (sigueAbierta())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mostrarCargando(false);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mostrarError(getString(R.string.error_inesperado));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});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alTerminarLogin(LoginResultado resultado)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(!sigueAbierta())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mostrarCargando(false);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(resultado.isExito())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txtClave.setText("");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startActivity(new Intent(this, PrincipalActivity.class));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finish();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 else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mostrarError(resultado.getMensaje());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3991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LoginActivity.java  (5/5)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E394E-1533-A010-861F-C3B36CFD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24339"/>
              </p:ext>
            </p:extLst>
          </p:nvPr>
        </p:nvGraphicFramePr>
        <p:xfrm>
          <a:off x="3327400" y="2032000"/>
          <a:ext cx="5651500" cy="389128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46657382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boolean sigueAbierta()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!isFinishing() &amp;&amp; !isDestroyed();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mostrarCargando(boolean cargando)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btnIngresar.setEnabled(!cargando);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txtUsuario.setEnabled(!cargando);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txtClave.setEnabled(!cargando);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prgCargando.setVisibility(cargando ? View.VISIBLE : View.GONE);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void mostrarError(String mensaje)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lblError.setText(mensaje);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lblError.setVisibility(View.VISIBLE);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3141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9E767-9ADE-A461-4C00-DA0191818A13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C893E081-9A28-7230-8232-DDBB3B7F778F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BBFD2-69B7-C224-D9EE-267A4759DA24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D95DA5B2-7D33-4A57-2A00-C594D2AB7079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AE2E6-C14F-65F2-342E-390732BDA77E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DAC74C5F-66E1-338E-8077-5301F5244A4C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DAEDC8-0564-F62D-A38B-466BCC211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77" y="3057056"/>
            <a:ext cx="1498934" cy="3246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65CEC5-347A-DF35-9925-68AFC01D3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445" y="3057056"/>
            <a:ext cx="1498934" cy="3246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3FEECD-EB69-0770-734E-D380B0B8E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151" y="3010243"/>
            <a:ext cx="1365429" cy="29570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59828E-46E3-4282-3E1F-115EE184F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134" y="3010242"/>
            <a:ext cx="1365428" cy="29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528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RESTful fue consumido por cuatro clientes distintos sin cambiar su lógica, lo que muestra la interoperabilidad de una arquitectura orientada a servicios.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autenticación por token separa la seguridad de la lógica de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Aplicar MVC en cada cliente permitió repetir la misma estructura en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JAX-RS permitió publicar los recursos con anotaciones (@Path, @GET, @POST) y responder JSON con códigos HTTP 200 y 401.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21171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una base de datos para los usuarios y el historial de conversiones.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HTTPS para proteger el token en la red.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Validar en el servidor que las dos unidades pertenezcan a la magnitud elegida.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Documentar la API con OpenAPI para facilitar su consumo desde nuevos clientes.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88585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13871</Words>
  <Application>Microsoft Office PowerPoint</Application>
  <PresentationFormat>Widescreen</PresentationFormat>
  <Paragraphs>2607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Noto Sans Symbols</vt:lpstr>
      <vt:lpstr>Arial</vt:lpstr>
      <vt:lpstr>Calibri</vt:lpstr>
      <vt:lpstr>Gill Sans</vt:lpstr>
      <vt:lpstr>Cambria</vt:lpstr>
      <vt:lpstr>Dividendo</vt:lpstr>
      <vt:lpstr>MANUAL CONVERSIÓN UNIDADES RESTFUL JAVA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</cp:lastModifiedBy>
  <cp:revision>8</cp:revision>
  <dcterms:modified xsi:type="dcterms:W3CDTF">2026-10-27T17:04:09Z</dcterms:modified>
</cp:coreProperties>
</file>