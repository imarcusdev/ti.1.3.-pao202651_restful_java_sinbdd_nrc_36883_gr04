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>
            <p14:sldId id="256"/>
          </p14:sldIdLst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/>
              <a:t>Diapositiva oculta: no aparece al presentar. Bórrala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08024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6321A-F500-F0FD-54A0-7CF10F09539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Guía de uso de la plantilla</a:t>
            </a:r>
            <a:endParaRPr lang="es-EC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25E9B5-BE25-693C-D665-94EF29D4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12780-A6DF-0506-58C8-B0613D752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B21362-0052-B0D0-1677-DB2F23170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047852"/>
              </p:ext>
            </p:extLst>
          </p:nvPr>
        </p:nvGraphicFramePr>
        <p:xfrm>
          <a:off x="609600" y="1219200"/>
          <a:ext cx="10972800" cy="279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422977813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491364"/>
                    </a:ext>
                  </a:extLst>
                </a:gridCol>
                <a:gridCol w="3987800">
                  <a:extLst>
                    <a:ext uri="{9D8B030D-6E8A-4147-A177-3AD203B41FA5}">
                      <a16:colId xmlns:a16="http://schemas.microsoft.com/office/drawing/2014/main" val="2656305196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56151476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Proyecto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Protocolo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Clientes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80158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· localhost:8080/WS_CON_UNI_JAVA_SOAP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40223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 · localhost:5052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8793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(JAX-RS) · localhost:8080/WS_CON_UNI_JAVA_RESTFUL/api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949969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 · localhost:5013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5233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8F6E40-C35C-3C33-C1DE-AEEB9DE42784}"/>
              </a:ext>
            </a:extLst>
          </p:cNvPr>
          <p:cNvSpPr txBox="1"/>
          <p:nvPr/>
        </p:nvSpPr>
        <p:spPr>
          <a:xfrm>
            <a:off x="609600" y="4191000"/>
            <a:ext cx="10972800" cy="140038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1.  Copia este archivo a la carpeta 05. DOCUMENTACION de cada proyecto y cámbiale el nombre.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2.  Reemplaza todo lo que está [entre corchetes] con los datos de la tabla. Donde dice [A | B], deja solo la opción de tu proyecto.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3.  Para pegar una captura, haz clic en el ícono de imagen del recuadro.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4.  Las notas de cada diapositiva explican qué poner. Usuario de prueba en los 4 proyectos: user / 1234.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5.  Esta diapositiva está oculta: bórrala antes de entregar.</a:t>
            </a:r>
            <a:endParaRPr lang="es-EC" sz="13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27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RESTful sin BDD en JAVA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TI.1.3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 xml:space="preserve"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 xml:space="preserve"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 xml:space="preserve">   Servidor RESTful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RESTful en JAVA,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RESTful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REST y JSON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Expone recursos por URL que se usan con verbos HTTP (GET, POST) e intercambian datos en JSON.</a:t>
            </a:r>
          </a:p>
          <a:p>
            <a:r>
              <a:rPr lang="es-MX"/>
              <a:t>Ventaja: los mensajes JSON son livianos y cualquier cliente HTTP los consume sin generar código.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(JAX-RS)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HttpClient + org.json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Swing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JSP / Servlets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(Java) + HttpURLConnection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SDK 36 · Java 17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31, Maven, Gradle,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9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RESTful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JAVA · localhost:8080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HttpClient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Swing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JSP / Servlets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Android (Java)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HTTP con JSON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RESTful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Jakarta EE en Payara (JAX-RS) · http://localhost:8080/WS_CON_UNI_JAVA_RESTFUL/api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Java with Maven › Web Application en NetBeans 31.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WS_CON_UNI_JAVA_RESTFUL con el paquete ec.edu.monster.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Payara Server en el puerto 8080 y la ruta base /api (@ApplicationPath).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jakarta.jakartaee-api 11 (incluye JAX-RS y JSON-B).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Endpoints REST (LoginEndpoint, CatalogEndpoint y ConverterEndpoint):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POST /api/login  ·  catálogo → GET /api/catalog/{tipo}  ·  conversión → POST /api/converter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14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@Path("converter")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class ConverterEndpoint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@POST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@Consumes(MediaType.APPLICATION_JSON)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@Produces(MediaType.APPLICATION_JSON)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Response 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@HeaderParam("Authorization") String token,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ConvertDTO convert)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ConverterResponseDTO dto;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if (!LoginController.validateUser(token))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dto = new ConverterResponseDTO(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  EstadosEnum.ERROR, "Token Inválido", 0);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return Response.status(401).entity(dto).build();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// ... conversión y respuesta 200 en JSON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@Path, @POST y @Produces publican el recurso /api/converter, que recibe y devuelve JSON.</a:t>
            </a:r>
          </a:p>
          <a:p>
            <a:r>
              <a:rPr lang="es-MX"/>
              <a:t>El token viaja en el encabezado Authorization; si no es válido, el servidor responde 401.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NetBeans 31 (Run) sobre Payara Server.</a:t>
            </a:r>
          </a:p>
          <a:p>
            <a:r>
              <a:rPr lang="es-MX"/>
              <a:t>Comprobar el endpoint en http://localhost:8080/WS_CON_UNI_JAVA_RESTFUL/api/login (POST con JSON).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21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CONSOLE_CON_UNI_JAVA_RESTful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class RESTfulClient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String baseUrl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"http://localhost:8080/WS_CON_UNI_JAVA_RESTFUL/api/";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HttpClient http = HttpClient.newHttpClient();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String get(String endpoint, String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throws IOException, InterruptedException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HttpRequest request = HttpRequest.newBuilder()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.uri(URI.create(baseUrl + endpoint))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.header("Accept", "application/json")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.header("Authorization",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.GET()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.build();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http.send(request,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HttpResponse.BodyHandlers.ofString()).body();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Usa java.net.http.HttpClient (incluido en Java 21) para llamar a la API sin librerías extra.</a:t>
            </a:r>
          </a:p>
          <a:p>
            <a:r>
              <a:rPr lang="es-MX"/>
              <a:t>El token va en el encabezado Authorization y la respuesta JSON se lee con org.json.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Swing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ESC_CON_UNI_JAVA_RESTful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String post(EndpointsEnum endpoint, String json,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String token) throws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enviar(constructor(endpoint.toString(),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.header("Content-Type", "application/json")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.POST(HttpRequest.BodyPublishers.ofString(json))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.build());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private HttpRequest.Builder constructor(String recurso,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String token)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HttpRequest.Builder constructor = HttpRequest.newBuilder()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.uri(URI.create(urlBase + recurso))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.timeout(REQUEST_TIMEOUT)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.header("Accept",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(token !=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constructor.header("Authorization",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constructor;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Arma las peticiones POST con cuerpo JSON y agrega el token en Authorization cuando hay sesión.</a:t>
            </a:r>
          </a:p>
          <a:p>
            <a:r>
              <a:rPr lang="es-MX"/>
              <a:t>Tiene tiempos de espera de 5 s (conexión) y 15 s (petición) para no bloquear la ventana.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JSP / Servlets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WEB_CON_UNI_JAVA_RESTful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@Override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protected void doPost(HttpServletRequest request,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HttpServletResponse response)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throws ServletException,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usuario = request.getParameter("usuario");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clave = request.getParameter("clave");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try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ConversorServicio servicio = FabricaServicios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.de(getServletContext()).crearServicio(sesion);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servicio.iniciarSesion(usuario.trim(),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SesionUsuario.guardar(nuevaSesion(request), sesion, servicio);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response.sendRedirect(request.getContextPath() + "/menu");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 catch (ServicioException 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mostrar(request, response, usuario, e.getMessage());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servlet recibe el formulario de login y llama a la API REST mediante ConversorServicio y RESTfulClient.</a:t>
            </a:r>
          </a:p>
          <a:p>
            <a:r>
              <a:rPr lang="es-MX"/>
              <a:t>Guarda la sesión en una HttpSession nueva; si falla, vuelve a mostrar el login con el mensaje de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Android (Java)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MOV_CON_UNI_JAVA_RESTFUL creado en NetBeans 31 (Java with Gradle).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private RespuestaHttp enviar(String metodo, String ruta,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String json, String token) throws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HttpURLConnection conexion = (HttpURLConnection)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new URL(urlBase + ruta).openConnection();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conexion.setRequestMethod(metodo);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conexion.setRequestProperty("Accept",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(token !=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conexion.setRequestProperty("Authorization",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(json != null)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conexion.setDoOutput(true);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conexion.setRequestProperty("Content-Type",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"application/json; charset=utf-8");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try (OutputStream salida = conexion.getOutputStream())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salida.write(json.getBytes(StandardCharsets.UTF_8));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int codigo = conexion.getResponseCode();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InputStream flujo = codigo &gt;= 400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? conexion.getErrorStream() : conexion.getInputStream();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new RespuestaHttp(codigo,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conexion.getResponseMessage(), leer(flujo));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Un solo método envía GET y POST con HttpURLConnection, disponible en Android sin librerías extra.</a:t>
            </a:r>
          </a:p>
          <a:p>
            <a:r>
              <a:rPr lang="es-MX"/>
              <a:t>Lee el cuerpo también en errores (400, 401) para mostrar el mensaje que devuelve el servidor.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34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236 pruebas automáticas: escritorio (72), web (81) y móvil (83).</a:t>
            </a:r>
          </a:p>
          <a:p>
            <a:r>
              <a:rPr lang="es-MX"/>
              <a:t>Herramienta usada: JUnit 5 (y Mockito en el cliente web).</a:t>
            </a:r>
          </a:p>
          <a:p>
            <a:r>
              <a:rPr lang="es-MX"/>
              <a:t>[Observaciones encontradas durante las pruebas.]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RESTful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JAX-RS permitió publicar los recursos con anotaciones (@Path, @GET, @POST) y responder JSON con códigos HTTP 200 y 401.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Documentar la API con OpenAPI para facilitar su consumo desde nuevos clientes.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Eclipse Foundation. (2024). Jakarta RESTful Web Services 4.0. https://jakarta.ee/specifications/restful-ws/4.0/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2718</Words>
  <Application>Microsoft Office PowerPoint</Application>
  <PresentationFormat>Custom</PresentationFormat>
  <Paragraphs>411</Paragraphs>
  <Slides>39</Slides>
  <Notes>31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Consolas</vt:lpstr>
      <vt:lpstr>Segoe UI</vt:lpstr>
      <vt:lpstr>Segoe UI Semibold</vt:lpstr>
      <vt:lpstr>Office Theme</vt:lpstr>
      <vt:lpstr>Guía de uso de la plantilla</vt:lpstr>
      <vt:lpstr>Conversión de Unidades [SOAP | RESTful] sin BDD en [JAVA | .NET]</vt:lpstr>
      <vt:lpstr>Contenido</vt:lpstr>
      <vt:lpstr>Objetivos</vt:lpstr>
      <vt:lpstr>Marco teórico y arquitectura</vt:lpstr>
      <vt:lpstr>[SOAP y WSDL | REST y JSON]</vt:lpstr>
      <vt:lpstr>Arquitectura SOA y patrón MVC</vt:lpstr>
      <vt:lpstr>Tecnologías utilizadas</vt:lpstr>
      <vt:lpstr>Arquitectura del sistema</vt:lpstr>
      <vt:lpstr>Servidor [SOAP | RESTful]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1</cp:revision>
  <dcterms:created xsi:type="dcterms:W3CDTF">2026-10-26T18:34:13Z</dcterms:created>
  <dcterms:modified xsi:type="dcterms:W3CDTF">2026-10-26T18:34:13Z</dcterms:modified>
</cp:coreProperties>
</file>