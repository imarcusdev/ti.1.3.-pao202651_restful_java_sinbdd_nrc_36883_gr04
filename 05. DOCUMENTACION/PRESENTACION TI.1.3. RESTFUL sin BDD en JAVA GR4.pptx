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7" r:id="rId23"/>
    <p:sldId id="358" r:id="rId24"/>
  </p:sldIdLst>
  <p:sldSz cx="12192000" cy="6858000"/>
  <p:notesSz cx="6858000" cy="9144000"/>
  <p:embeddedFontLst>
    <p:embeddedFont>
      <p:font typeface="Cambria" panose="02040503050406030204" pitchFamily="18" charset="0"/>
      <p:regular r:id="rId26"/>
      <p:bold r:id="rId27"/>
      <p:italic r:id="rId28"/>
      <p:boldItalic r:id="rId29"/>
    </p:embeddedFont>
    <p:embeddedFont>
      <p:font typeface="Gill Sans" panose="020B060402020202020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5036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629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127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(JAX-RS) · http://localhost:8080/WS_CON_UNI_JAVA_RESTFUL/api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WS_CON_UNI_JAVA_RESTFUL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 y la ruta base /api (@ApplicationPath).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(incluye JAX-RS y JSON-B).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6530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4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1107AD-DF98-DB29-89C9-ED68409A3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239699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957322417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832051928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054246638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1375981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14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360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6758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2477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E7885D-5D43-F402-67BA-9EB2DBEDE22C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/api/login  ·  catálogo → GET /api/catalog/{tipo}  ·  conversión → POST /api/converter</a:t>
            </a:r>
          </a:p>
        </p:txBody>
      </p:sp>
    </p:spTree>
    <p:extLst>
      <p:ext uri="{BB962C8B-B14F-4D97-AF65-F5344CB8AC3E}">
        <p14:creationId xmlns:p14="http://schemas.microsoft.com/office/powerpoint/2010/main" val="353697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FE8225-1C58-B14F-7B29-211BF140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44598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77653065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35618472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2857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5561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068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7629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1215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805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63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14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@Path, @POST y @Produces publican el recurso /api/converter, que recibe y devuelve JSON.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viaja en el encabezado Authorization; si no es válido, el servidor responde 401.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0068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ConvertDTO convert)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Response.status(401).entity(dto).build();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... conversión y respuesta 200 en JSON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963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http://localhost:8080/WS_CON_UNI_JAVA_RESTFUL/api/login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3650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1448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java.net.http.HttpClient (incluido en Java 21) para llamar a la API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va en el encabezado Authorization y la respuesta JSON se lee con org.json.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9875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http.send(request,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901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9486B2-E973-5E80-88E0-7B643F7E886C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15DC167-1E73-EAEC-2212-9594F81AE8E1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5C5DCE-C02F-728D-9816-E512FF59C860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9B0612A2-461D-797F-4BEB-EF5D7AC6F534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D1F09-A679-448D-0780-7FE24096094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C2BE21A-59BD-8C39-252B-C169EB7AF608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857094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0855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y agrega el token en Authorization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Tiene tiempos de espera de 5 s (conexión) y 15 s (petición) para no bloquear la ventana.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439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post(EndpointsEnum endpoint,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HttpRequest.Builder constructor(String recurso,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6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E7D8-C68D-A945-5617-A3CC747592F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6F8B970-EF19-9672-A348-A24FA8BBF29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E9286B-A82C-4265-BB9E-477E92DDDEE7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2907B29-DE90-7481-4594-EB4E369BAA8C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3AEE9-AE51-67CF-864D-D573C4DD896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6DF27886-CF52-DCAF-E384-B8F353B008EE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3603517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5403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 la API REST mediante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66401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DD8C91-D654-C9D5-DE09-FFE8E9EAC69A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D68B877-F18F-DFD2-DBB7-67890B97FF9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5C655-7B70-4FF9-C16C-9A3991158449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7E9C0C39-FE4E-C355-CD77-47B281AED3FF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9BFD52-3A43-1A8A-F2B2-244616619E6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5C63477-D2AE-F231-ACFF-DD24906AD2F6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1040485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MOV_CON_UNI_JAVA_RESTFUL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99845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Un solo método envía GET y POST con HttpURLConnection, disponible en Android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Lee el cuerpo también en errores (400, 401) para mostrar el mensaje que devuelve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3756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RespuestaHttp enviar(String metodo, 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 (HttpURLConnection)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InputStream flujo = codigo &gt;= 400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RespuestaHttp(codigo,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conexion.getResponseMessage(), leer(flujo));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1234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19E767-9ADE-A461-4C00-DA0191818A1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893E081-9A28-7230-8232-DDBB3B7F778F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BBBFD2-69B7-C224-D9EE-267A4759DA24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95DA5B2-7D33-4A57-2A00-C594D2AB707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AE2E6-C14F-65F2-342E-390732BDA77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DAC74C5F-66E1-338E-8077-5301F5244A4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294552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JAX-RS permitió publicar los recursos con anotaciones (@Path, @GET, @POST) y responder JSON con códigos HTTP 200 y 401.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17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Documentar la API con OpenAPI para facilitar su consumo desde nuevos clientes.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88585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2601</Words>
  <Application>Microsoft Office PowerPoint</Application>
  <PresentationFormat>Widescreen</PresentationFormat>
  <Paragraphs>462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Gill Sans</vt:lpstr>
      <vt:lpstr>Calibri</vt:lpstr>
      <vt:lpstr>Cambria</vt:lpstr>
      <vt:lpstr>Noto Sans Symbols</vt:lpstr>
      <vt:lpstr>Dividendo</vt:lpstr>
      <vt:lpstr>MANUAL CONVERSIÓN UNIDADES RESTFUL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3</cp:revision>
  <dcterms:modified xsi:type="dcterms:W3CDTF">2026-10-27T14:48:11Z</dcterms:modified>
</cp:coreProperties>
</file>